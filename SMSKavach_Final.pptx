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0292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914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SMSKavach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20040" y="18745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SMS Fraud Detection System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2514600"/>
            <a:ext cx="157276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2514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39112" y="2514600"/>
            <a:ext cx="157276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39112" y="2514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58184" y="2514600"/>
            <a:ext cx="157276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8184" y="2514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77256" y="2514600"/>
            <a:ext cx="157276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77256" y="2514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96328" y="2514600"/>
            <a:ext cx="157276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96328" y="2514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30175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Cluster — Real-Time Financial Fraud Detection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4663440"/>
            <a:ext cx="813816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India's digital users — one message at a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Fraud Problem in India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377440" cy="1005840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₹1.2L Cr+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cyber fraud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in 2023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377440" cy="1005840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1155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554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cases involve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SMS or links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005840"/>
            <a:ext cx="2377440" cy="1005840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1155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97880" y="1554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receive at least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scam SMS per month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threat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impersonate electricity boards, water utilities, and banks to create urgency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contain phishing links leading users to fake payment portals that steal credentials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frequently appear in Hindi, Hinglish, and regional language mixes — making detection harder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lose money within minutes of clicking a single link, with little recourse for recovery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Current SMS Systems Handle Fraud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messaging platforms and mobile operating systems apply one or more of these basic defences: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6908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819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581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19842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rule-based scanning for phrases like 'OTP', 'click here', 'verify account'. Easily bypassed by replacing or misspelling flagged words.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417320"/>
            <a:ext cx="406908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5819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581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ID Verification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10912" y="19842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check registered sender IDs. However, attackers increasingly use unregistered local numbers or SIM farms to evade this layer.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136392"/>
            <a:ext cx="406908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0098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3009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Link Checks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67512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systems query a blocklist of known phishing URLs. Coverage is reactive — links must be reported before they are blocked.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136392"/>
            <a:ext cx="406908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3009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68112" y="33009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Category Tagging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010912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like Google Messages categorize SMS as 'Spam'. The tag appears after delivery; users still see and can open the message.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Current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struggle with several structural gaps that leave users exposed: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89888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4475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multilingual detection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70078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fraud classifiers are trained predominantly on English data. Hindi, Hinglish, and regionally mixed-language messages are poorly covered, allowing localized scams to pass through undetected.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67712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322576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phishing link blocking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" y="2578608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blocklists only flag links that have already been reported. Newly registered phishing domains — often active for only 24–48 hours — are invisible to existing filters.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145536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00400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 threat sharing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" y="3456432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user identifies a new fraud pattern, that intelligence is not systematically distributed to protect others. Each system operates independently with no real-time cross-user learning.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023360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078224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that users ignore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" y="4334256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'This looks like spam' label rarely changes user behaviour under urgency. There is no mechanism to slow down impulsive clicks or enforce a safety checkpoint before a link opens.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SMSKavach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SMSKavach is a multi-layer SMS fraud prevention system built as a React Native mobile application. It runs an on-device AI pipeline that analyzes every incoming message, scores phishing links, and activates a behavioural protection layer before users can interact with suspicious content.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5176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9339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81635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336499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MuRIL model runs entirely on the device via TensorFlow Lite. No SMS content is sent to an external server for analysis.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65176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993392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81635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336499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(Multilingual Representations for Indian Languages) supports Hindi, Hinglish, Tamil, Telugu, and English natively.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08776" y="1783080"/>
            <a:ext cx="265176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993392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3368" y="281635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Defence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73368" y="336499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patterns are anonymized and distributed to all users, creating a self-improving threat network.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" y="475488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 React Native  •  Expo  •  TensorFlow Lite  •  MuRIL  •  TypeScript  •  Lightweight backend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Layered Defence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SMS passes through four sequential layers before reaching the user.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29184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44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389888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 Intelligence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627632"/>
            <a:ext cx="715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MuRIL TFLite model classifies message text. Semantic similarity search compares incoming message against known fraud embeddings.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938528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194560"/>
            <a:ext cx="329184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19456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677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2212848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Domain Intelligence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81328" y="2450592"/>
            <a:ext cx="715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extraction and multi-signal scoring: domain age, WHOIS analysis, brand-name similarity, Google Safe Browsing, and URL pattern heuristics.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761488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017520"/>
            <a:ext cx="329184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301752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906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3035808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Fraud Protection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81328" y="3273552"/>
            <a:ext cx="715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link-tap events and presents a security checkpoint — risk simulation screen, friction gate, and sandboxed WebView preview.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584448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3840480"/>
            <a:ext cx="329184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384048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136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81328" y="3858768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Threat Intelligence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481328" y="4096512"/>
            <a:ext cx="715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embeddings and domain hashes are anonymized and distributed to all SMSKavach users in real time via a lightweight backend.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407408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SMS Text Intelligence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7160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159105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Unicode, strip URLs, tokenize. Handles Devanagari, romanized Hindi, and English.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228600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TFLite Model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8408" y="250545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quantized, ~45 MB. Produces a fraud probability score and a 768-dim semantic embedding per message.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320040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ANN Search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" y="341985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of confirmed fraud embeddings. Cosine similarity ≥ 0.92 → high risk; 0.75–0.92 → warning.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965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411480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8408" y="433425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output: High Risk (immediate alert), Medium Risk (warning), Safe (delivered normally).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9875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1335024"/>
            <a:ext cx="3538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1335024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142646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66944" y="170078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pre-trained on 17 Indian languages — catches fraud written in Hindi, Hinglish, Tamil, and Telugu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2249424"/>
            <a:ext cx="3538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2249424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234086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66944" y="261518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fully on-device. No SMS text is transmitted to any server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3163824"/>
            <a:ext cx="3538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3163824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325526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variants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66944" y="352958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detects reworded or translated versions of known scams that exact string matching would miss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4078224"/>
            <a:ext cx="3538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0640" y="4078224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416966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66944" y="444398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latency under 200 ms on mid-range Android hardware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Phishing Domain Intelligence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URL is detected in an SMS, a five-signal scoring pipeline evaluates its risk before the user sees it.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WHOIS lookup — domains &lt;7 days old score highest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WHOIS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Privacy-protected registrant, bulk registrar, country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Jaro-Winkler distance vs SBI, HDFC, Paytm, PhonePe — catches typosquatting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Browsing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Safe Browsing v4 — confirmed malware, phishing, unwanted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Heuristics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IP-as-URL, suspicious keywords, non-standard TLDs (.xyz, .tk), HTTP-only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525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0–30 → Safe  |  31–59 → Caution warning  |  60–79 → High risk, link disabled  |  ≥ 80 → Critical, message quarantined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48920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shorteners (bit.ly, tinyurl, etc.) are expanded through a sandboxed HEAD-request chain before scoring.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Behavioural Fraud Protection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are often ignored under urgency. SMSKavach introduces a security checkpoint that activates when a user taps a flagged link, protecting even users who choose to proceed.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591056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181051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tap is intercepted before any browser or WebView opens.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2258568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Screen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8408" y="247802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alert shows risk score, domain age, similarity to known scams, and animated risk gauge.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292608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Gate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" y="314553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10-second countdown before Proceed is active.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user must type a confirmation phrase.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75304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593592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View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8408" y="381304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continues, link opens in a sandboxed WebView — no JS, no cookies, no autofill, no permissions.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4281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4261104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8408" y="44805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 prompt: 'Was this a scam?' Response feeds back into the shared fraud model.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7548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links open with zero friction. Only medium and high-risk links trigger checkpoints. Users retain the ability to proceed at all risk levels.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observing the demo will see the following end-to-end flow: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2084" y="1700784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Received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SMS containing a fake electricity disconnection notice arrives on the device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" y="2221992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928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928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TFLite model classifies the message text; semantic search finds a near-identical known scam pattern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" y="2743200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9572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140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41401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embedded URL is expanded, scored across five signals, and flagged as high-risk (score: 74)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" y="3264408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1693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Displayed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9352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SMSKavach shows a full-screen fraud warning explaining why the message was flagged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" y="3785616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43814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4564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Blocked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4564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phishing link is disabled in the message view. A 10-second countdown gate prevents immediate tap-through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" y="4306824"/>
            <a:ext cx="0" cy="17373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95935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977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shown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977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displays: domain age (2 days), similarity to SBI domain (91%), matched scam category: utility fraud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480560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44988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Update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91840" y="44988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fraud; hash distributed to all connected users within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Implementation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for the hackathon is a working prototype that demonstrates the full detection pipeline. The following MVP scope is achievable within the 36-hour window: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3619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276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8836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shell with SMS interception, inbox UI, and alert screens. TypeScript codebase.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3619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3619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6276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→ TFLite Conversion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8836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MuRIL model fine-tuned on the provided dataset, exported to INT8 TFLite format.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3347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724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Fraud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29809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inference integrated via React Native TFLite bridge. Cosine similarity search on a local embedding index.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3347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3347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724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Domain Scorer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9809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pipeline: domain age + brand similarity + Safe Browsing API. Returns a numeric risk score.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73075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8221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Checkpoint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0782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screen with animated gauge, friction gate (countdown timer), and sandboxed WebView for link preview.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30752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30752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8221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Backend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40782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Node.js server simulates fraud hash distribution. Demonstrates the community sharing concept.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846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will present a working prototype pipeline, not a production-scale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Future Scope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896112"/>
            <a:ext cx="4114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078992"/>
            <a:ext cx="2651760" cy="1143000"/>
          </a:xfrm>
          <a:prstGeom prst="rect">
            <a:avLst/>
          </a:prstGeom>
          <a:solidFill>
            <a:srgbClr val="0D2D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170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1664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Hinglish speakers who currently lack effective multilingual fraud protection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55848" y="1078992"/>
            <a:ext cx="2651760" cy="1143000"/>
          </a:xfrm>
          <a:prstGeom prst="rect">
            <a:avLst/>
          </a:prstGeom>
          <a:solidFill>
            <a:srgbClr val="0D2D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5848" y="1170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447288" y="1664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distribution — confirmed fraud patterns reach all users within seconds of first report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078992"/>
            <a:ext cx="2651760" cy="1143000"/>
          </a:xfrm>
          <a:prstGeom prst="rect">
            <a:avLst/>
          </a:prstGeom>
          <a:solidFill>
            <a:srgbClr val="0D2D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08776" y="1170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300216" y="1664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model — no SMS content ever leaves the user's phone during analysis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2377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the prototype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2743200"/>
            <a:ext cx="8138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federated learning pipeline — model weights updated collaboratively across devices without sharing raw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support via React Native cross-platform build with Core ML integration for Apple Neural Engine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TAFCOP and NCCRP portals for automated fraud case submission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Carrier-level API partnership for SMS interception without requiring default SMS app installation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WhatsApp and OTP-based fraud using accessibility service bridge on Android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SMSKavach — Real-Time SMS Fraud Detection</dc:title>
  <dc:subject>PptxGenJS Presentation</dc:subject>
  <dc:creator>PptxGenJS</dc:creator>
  <cp:lastModifiedBy>PptxGenJS</cp:lastModifiedBy>
  <cp:revision>1</cp:revision>
  <dcterms:created xsi:type="dcterms:W3CDTF">2026-03-13T09:15:23Z</dcterms:created>
  <dcterms:modified xsi:type="dcterms:W3CDTF">2026-03-13T09:15:23Z</dcterms:modified>
</cp:coreProperties>
</file>